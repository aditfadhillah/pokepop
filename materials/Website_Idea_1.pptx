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69204-366F-F80D-6DCA-DED52D7E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FC6AE1-D646-516E-BBA8-10736A0F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6AD13-792E-408D-8EDF-06EA8ADC8918}" type="datetimeFigureOut">
              <a:rPr lang="LID4096" smtClean="0"/>
              <a:t>08/26/2025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E489C2-CB44-8A26-A2BE-B5DD20DD9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8CABC-6675-77D3-34DF-787FD530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9DFFF-AB73-4566-88A5-7680AB07AD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9979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E8957-706A-35AF-00C2-4F68D1B08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A7EECF-A778-A321-5974-1A7A597AE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26563-02B2-1D32-B10C-83F0EA2580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6AD13-792E-408D-8EDF-06EA8ADC8918}" type="datetimeFigureOut">
              <a:rPr lang="LID4096" smtClean="0"/>
              <a:t>08/26/2025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F516A-8659-1A9F-95AF-DD7E277EE9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A687D-3D04-157D-1383-1E7EAAC160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9DFFF-AB73-4566-88A5-7680AB07AD3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3239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0C27BFD-B6C7-2856-25ED-299D85DF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6FDF84-379C-85C5-3C87-EB4ABD340F7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292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F57F9E-44B5-6147-CA78-3355ADEA5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F33A6C-404E-919C-4E49-E4485D8E7D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1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Fadhillah</dc:creator>
  <cp:lastModifiedBy>Aditya Fadhillah</cp:lastModifiedBy>
  <cp:revision>1</cp:revision>
  <dcterms:created xsi:type="dcterms:W3CDTF">2025-08-26T21:28:49Z</dcterms:created>
  <dcterms:modified xsi:type="dcterms:W3CDTF">2025-08-26T21:28:49Z</dcterms:modified>
</cp:coreProperties>
</file>
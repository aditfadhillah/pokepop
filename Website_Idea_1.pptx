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3EB0F-23F4-9416-406E-93B068349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0655DB-1E42-D397-C3A7-A9C302AFD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1C8EE-7FFF-456A-A908-4ED3C6B3B1D6}" type="datetimeFigureOut">
              <a:rPr lang="LID4096" smtClean="0"/>
              <a:t>08/26/2025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9ABB38-D338-4CDD-3584-D8CBC6418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7A4176-BA72-9639-E310-2F9118037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FC140-0072-4F1D-B5F8-CB400F714D6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51528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0536A6-C972-6AAA-606A-A5631636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F0BF7-DE66-B45A-943C-FCA2EA484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6EFCD-87EA-88C4-8224-4AA5DFDBEA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91C8EE-7FFF-456A-A908-4ED3C6B3B1D6}" type="datetimeFigureOut">
              <a:rPr lang="LID4096" smtClean="0"/>
              <a:t>08/26/2025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89060-18D4-65FD-E6C0-1D662D28D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15A5E-A617-7898-0615-DB9CFCD71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2FC140-0072-4F1D-B5F8-CB400F714D6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3073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36F351C-677C-D9F7-A90A-4A2A3FE02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7D2CDF-8C56-1B92-319B-D43587DEF6A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179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654266C-EB7C-2242-777D-FD84A0F2A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C25B0D-7EE3-CBC7-FF4A-AA4988BD0F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05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Fadhillah</dc:creator>
  <cp:lastModifiedBy>Aditya Fadhillah</cp:lastModifiedBy>
  <cp:revision>1</cp:revision>
  <dcterms:created xsi:type="dcterms:W3CDTF">2025-08-26T03:05:39Z</dcterms:created>
  <dcterms:modified xsi:type="dcterms:W3CDTF">2025-08-26T03:05:39Z</dcterms:modified>
</cp:coreProperties>
</file>